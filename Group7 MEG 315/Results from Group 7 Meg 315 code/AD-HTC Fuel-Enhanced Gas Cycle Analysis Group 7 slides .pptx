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430c1409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430c1409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430c1409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430c1409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430c1409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430c1409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430c1409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430c1409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430c1409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430c1409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430c1409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430c1409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430c1409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430c1409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430c1409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430c1409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430c1409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430c1409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430c1409c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430c1409c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AD-HTC Fuel-Enhanced Gas Cycle Analysis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Members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Omojola Olusegun David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Oyewole Emmanuel abiodun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Adebayo Temitope John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Aloku Josiah Adeboye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Yusuf Waliu Ayomide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Background</a:t>
            </a:r>
            <a:endParaRPr b="1"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Biomass energy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AD produces biogas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• HTC enhances fuel properties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System Configuration</a:t>
            </a:r>
            <a:endParaRPr b="1"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Gas turbine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Steam turbine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• Heat recovery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Brayton Cycle</a:t>
            </a:r>
            <a:endParaRPr b="1"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Compression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Combustion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Expansion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• Efficiency equation	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Rankine Cycle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Pump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Boiler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Turbine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• Condenser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Modeling Assumptions</a:t>
            </a:r>
            <a:endParaRPr b="1"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Steady-state operation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Ideal gas behavior for air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Fixed air–fuel ratio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Negligible pressure losses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 Constant isentropic efficiencies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Simulation Interface Screenshot</a:t>
            </a:r>
            <a:endParaRPr b="1"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325" y="1152475"/>
            <a:ext cx="8330701" cy="392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h–s Diagram</a:t>
            </a:r>
            <a:endParaRPr b="1"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4550" y="1152475"/>
            <a:ext cx="3945825" cy="393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T–H Diagram</a:t>
            </a:r>
            <a:endParaRPr b="1"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3725" y="838800"/>
            <a:ext cx="4157225" cy="42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Conclusions</a:t>
            </a:r>
            <a:endParaRPr b="1"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developed simulation successfully models an AD-HTC fuel-enhanced combined cycle system. The integration of Brayton and Rankine cycles improves thermodynamic efficiency and demonstrates the potential of biomass-based fuel enhancement in sustainable power generation.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